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 Bold" charset="1" panose="02000506030000020004"/>
      <p:regular r:id="rId12"/>
    </p:embeddedFont>
    <p:embeddedFont>
      <p:font typeface="TT Hoves Bold" charset="1" panose="02000003020000060003"/>
      <p:regular r:id="rId13"/>
    </p:embeddedFont>
    <p:embeddedFont>
      <p:font typeface="Proxima Nova" charset="1" panose="0200050603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G2vU6i8CM.mp4" Type="http://schemas.openxmlformats.org/officeDocument/2006/relationships/video"/><Relationship Id="rId4" Target="../media/VAG2vU6i8CM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5190" y="3299275"/>
            <a:ext cx="8412998" cy="6760096"/>
          </a:xfrm>
          <a:custGeom>
            <a:avLst/>
            <a:gdLst/>
            <a:ahLst/>
            <a:cxnLst/>
            <a:rect r="r" b="b" t="t" l="l"/>
            <a:pathLst>
              <a:path h="6760096" w="8412998">
                <a:moveTo>
                  <a:pt x="0" y="0"/>
                </a:moveTo>
                <a:lnTo>
                  <a:pt x="8412998" y="0"/>
                </a:lnTo>
                <a:lnTo>
                  <a:pt x="8412998" y="6760095"/>
                </a:lnTo>
                <a:lnTo>
                  <a:pt x="0" y="676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" t="0" r="-9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6442" y="3516885"/>
            <a:ext cx="7370495" cy="4141102"/>
            <a:chOff x="0" y="0"/>
            <a:chExt cx="9827326" cy="552146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7861" r="0" b="7861"/>
            <a:stretch>
              <a:fillRect/>
            </a:stretch>
          </p:blipFill>
          <p:spPr>
            <a:xfrm flipH="false" flipV="false">
              <a:off x="0" y="0"/>
              <a:ext cx="9827326" cy="5521469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9844539" y="0"/>
            <a:ext cx="8443461" cy="2129062"/>
          </a:xfrm>
          <a:custGeom>
            <a:avLst/>
            <a:gdLst/>
            <a:ahLst/>
            <a:cxnLst/>
            <a:rect r="r" b="b" t="t" l="l"/>
            <a:pathLst>
              <a:path h="2129062" w="8443461">
                <a:moveTo>
                  <a:pt x="0" y="0"/>
                </a:moveTo>
                <a:lnTo>
                  <a:pt x="8443461" y="0"/>
                </a:lnTo>
                <a:lnTo>
                  <a:pt x="8443461" y="2129062"/>
                </a:lnTo>
                <a:lnTo>
                  <a:pt x="0" y="212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59611"/>
            <a:ext cx="7412410" cy="13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9"/>
              </a:lnSpc>
            </a:pPr>
            <a:r>
              <a:rPr lang="en-US" sz="10699" spc="-53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369" y="5625536"/>
            <a:ext cx="4870351" cy="67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503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Eugenio Correa - Alvaro Fredes </a:t>
            </a:r>
          </a:p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b="true" sz="250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24-10-2025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012" y="-558765"/>
            <a:ext cx="20710473" cy="11649641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29377" y="2428137"/>
            <a:ext cx="2957544" cy="252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78"/>
              </a:lnSpc>
            </a:pPr>
            <a:r>
              <a:rPr lang="en-US" sz="14841" spc="742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44721"/>
            <a:ext cx="2904146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spc="-62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PROBLEMATICA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4984" y="2272665"/>
            <a:ext cx="2601222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8768" y="2333943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5216" y="4582795"/>
            <a:ext cx="2904146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DE AVANCE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010" y="852819"/>
            <a:ext cx="1841903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TEMAS A VER EN ESTA PRESENTACIÓN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9196" y="2428137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85278" y="9000322"/>
            <a:ext cx="5102722" cy="1286678"/>
          </a:xfrm>
          <a:custGeom>
            <a:avLst/>
            <a:gdLst/>
            <a:ahLst/>
            <a:cxnLst/>
            <a:rect r="r" b="b" t="t" l="l"/>
            <a:pathLst>
              <a:path h="1286678" w="5102722">
                <a:moveTo>
                  <a:pt x="0" y="0"/>
                </a:moveTo>
                <a:lnTo>
                  <a:pt x="5102722" y="0"/>
                </a:lnTo>
                <a:lnTo>
                  <a:pt x="5102722" y="1286678"/>
                </a:lnTo>
                <a:lnTo>
                  <a:pt x="0" y="128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10865" y="4543425"/>
            <a:ext cx="3295840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</a:t>
            </a:r>
          </a:p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PROXIMA SESIÓN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523106"/>
            <a:ext cx="3295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7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MVP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960" y="2294074"/>
            <a:ext cx="2493796" cy="3041215"/>
          </a:xfrm>
          <a:custGeom>
            <a:avLst/>
            <a:gdLst/>
            <a:ahLst/>
            <a:cxnLst/>
            <a:rect r="r" b="b" t="t" l="l"/>
            <a:pathLst>
              <a:path h="3041215" w="2493796">
                <a:moveTo>
                  <a:pt x="0" y="0"/>
                </a:moveTo>
                <a:lnTo>
                  <a:pt x="2493797" y="0"/>
                </a:lnTo>
                <a:lnTo>
                  <a:pt x="2493797" y="3041215"/>
                </a:lnTo>
                <a:lnTo>
                  <a:pt x="0" y="304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467" y="6173489"/>
            <a:ext cx="2983389" cy="2912533"/>
          </a:xfrm>
          <a:custGeom>
            <a:avLst/>
            <a:gdLst/>
            <a:ahLst/>
            <a:cxnLst/>
            <a:rect r="r" b="b" t="t" l="l"/>
            <a:pathLst>
              <a:path h="2912533" w="2983389">
                <a:moveTo>
                  <a:pt x="0" y="0"/>
                </a:moveTo>
                <a:lnTo>
                  <a:pt x="2983389" y="0"/>
                </a:lnTo>
                <a:lnTo>
                  <a:pt x="2983389" y="2912534"/>
                </a:lnTo>
                <a:lnTo>
                  <a:pt x="0" y="2912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960" y="389694"/>
            <a:ext cx="1195698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83856" y="2847391"/>
            <a:ext cx="11320289" cy="187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nace como respuesta a la necesidad del Colegio Instituto América de gestionar de manera centralizada las notas y asistencias de sus estudiantes. Actualmente, este proceso se realiza con planillas manuales, lo que genera duplicidad de información, errores y falta de trazabilidad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856" y="6662465"/>
            <a:ext cx="11320289" cy="234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Contara con un sistema web el cual va a permitir poder transparentar de manera eficiente datos al momento como lo son :Notas y Asistencia. Y de igual forma poder facilitar el proceso para profesores al momento de querer ingresar las notas , y a su vez a Inspectoria establecer la asistencia como corresponde y sin errores.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7371" y="3008935"/>
            <a:ext cx="16409435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1 (3 SEMANAS ):LEVANTAMIENTO DE REQUISITOS Y LA PREPARACION DE EN QUE CAMINO SEGUIR PARA LLEGAR A LA SOLUCIÓN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COMPLETADO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2 (6 SEMANAS ):DESARROLLO DE MOCKUPS , DESARROLLO DE APLICACIÓN , VISTAS 4 +1 , DESARROLLO MVP WEB y MOVIL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MEDIANAMENTE COMPLETO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3 (2 SEMANAS) : REALIZACION DE PRUEBAS DE FUNCIONAMIENTO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INCOMPLETO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4 (1 SEMANA): DESPLIEGUE Y CAPACITACIÓN.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INCOMPLETO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 TOTAL LLEVAMOS UN 60% DE AVANCE CONTANDO CON LO PRESENTADO EL DIA DE HOY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67371" y="8231810"/>
            <a:ext cx="1971370" cy="1878178"/>
          </a:xfrm>
          <a:custGeom>
            <a:avLst/>
            <a:gdLst/>
            <a:ahLst/>
            <a:cxnLst/>
            <a:rect r="r" b="b" t="t" l="l"/>
            <a:pathLst>
              <a:path h="1878178" w="1971370">
                <a:moveTo>
                  <a:pt x="0" y="0"/>
                </a:moveTo>
                <a:lnTo>
                  <a:pt x="1971371" y="0"/>
                </a:lnTo>
                <a:lnTo>
                  <a:pt x="1971371" y="1878178"/>
                </a:lnTo>
                <a:lnTo>
                  <a:pt x="0" y="187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8100" y="243666"/>
            <a:ext cx="1674178" cy="2586511"/>
          </a:xfrm>
          <a:custGeom>
            <a:avLst/>
            <a:gdLst/>
            <a:ahLst/>
            <a:cxnLst/>
            <a:rect r="r" b="b" t="t" l="l"/>
            <a:pathLst>
              <a:path h="2586511" w="1674178">
                <a:moveTo>
                  <a:pt x="0" y="0"/>
                </a:moveTo>
                <a:lnTo>
                  <a:pt x="1674178" y="0"/>
                </a:lnTo>
                <a:lnTo>
                  <a:pt x="1674178" y="2586511"/>
                </a:lnTo>
                <a:lnTo>
                  <a:pt x="0" y="258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5278" y="53313"/>
            <a:ext cx="9233077" cy="2589539"/>
            <a:chOff x="0" y="0"/>
            <a:chExt cx="12310769" cy="34527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12127"/>
              <a:ext cx="12310769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Estado de Avance</a:t>
              </a:r>
            </a:p>
            <a:p>
              <a:pPr algn="l">
                <a:lnSpc>
                  <a:spcPts val="88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231076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7371" y="2407902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FECHA DE REVISIÓN DE AVANCE :24-10-2025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371" y="1829569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INICIO DE MEDICIÓN DE AVANCE : 22-08-2025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14242" y="1948181"/>
            <a:ext cx="14259515" cy="757536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178173" y="109219"/>
            <a:ext cx="14304487" cy="1838962"/>
            <a:chOff x="0" y="0"/>
            <a:chExt cx="19072649" cy="245194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40702"/>
              <a:ext cx="19072649" cy="2011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439"/>
                </a:lnSpc>
              </a:pPr>
              <a:r>
                <a:rPr lang="en-US" sz="10399" spc="-519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Presentacion MVP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907264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289" y="-336093"/>
            <a:ext cx="19689129" cy="11075135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807" y="1505314"/>
            <a:ext cx="3029394" cy="1704013"/>
            <a:chOff x="0" y="0"/>
            <a:chExt cx="112890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0" t="-9265" r="0" b="-92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807" y="4291494"/>
            <a:ext cx="3029394" cy="1704013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283" r="0" b="-92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807" y="6929022"/>
            <a:ext cx="3029394" cy="1704013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228" r="0" b="-922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73201" y="4818569"/>
            <a:ext cx="680001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PRESENTAR UN AVANCE DE FUNCIONAMIENTO DE CONSULTAS BASE DE DATOS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9288" y="7212386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AVANCE CONECXION ENTRE AMBAS APLICACIONES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2211" y="300560"/>
            <a:ext cx="7117699" cy="337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PROXIMA SESIÓN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3201" y="1858809"/>
            <a:ext cx="680001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MOSTRAR LA RESTRUCTURACION DE LA BASE DE DATOS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DAG0GI_Rx0M</dc:identifier>
  <dcterms:modified xsi:type="dcterms:W3CDTF">2011-08-01T06:04:30Z</dcterms:modified>
  <cp:revision>1</cp:revision>
  <dc:title>El texto del párrafo</dc:title>
</cp:coreProperties>
</file>